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3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49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82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7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3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6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43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2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84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76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27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7725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00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9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91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1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7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9929ED6-5C76-4201-A6B5-E317F4DC797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C4B55-15F1-4FA2-A73D-E2BAD25C2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705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athon-fastapi-633378506781.asia-south1.run.app/docs#/default/predict_promotion_predict_post" TargetMode="External"/><Relationship Id="rId2" Type="http://schemas.openxmlformats.org/officeDocument/2006/relationships/hyperlink" Target="https://promotion-prediction-633378506781.asia-south1.run.app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undarbee/Hackathon_FastAPI" TargetMode="External"/><Relationship Id="rId4" Type="http://schemas.openxmlformats.org/officeDocument/2006/relationships/hyperlink" Target="https://github.com/sundarbee/Promotion_Prediction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F529-D66C-54D0-3636-EAE1598A8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044441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Employee Promotion Prediction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45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9ED8F-5E2B-C4A3-3F4F-47961711E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932C41-492F-758B-467D-7D92D2C030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16464"/>
            <a:ext cx="1075589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 goal is to predict whether an employee will be promoted.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This is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binary classification problem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 challenge lies in handling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imbalanced promotion data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696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B76C4-9241-C038-E2A2-E2F2A64EA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 &amp; EDA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8A09E2-1A78-F41D-4DE4-E032809CC7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11383"/>
            <a:ext cx="799398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 dataset contains employee demographic and performance-related attributes.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Examples include department, education, experience, training score, and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The target variable indicates promotion status (Yes / No).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37B790-0394-2B19-13BF-F4310A70A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429" y="2715646"/>
            <a:ext cx="105851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Initial analysis is done to understand data size, structure, and feature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Missing values and data inconsistencies are identified.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Basic statistics help understand feature distributions.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CF51B7-BC53-4F43-A906-3076DB56B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915975"/>
            <a:ext cx="705641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Promotion distribution is visualized.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Feature-wise analysis is done to understand their impact on promotion.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EDA highlights strong imbalance in the target variable.</a:t>
            </a:r>
          </a:p>
        </p:txBody>
      </p:sp>
    </p:spTree>
    <p:extLst>
      <p:ext uri="{BB962C8B-B14F-4D97-AF65-F5344CB8AC3E}">
        <p14:creationId xmlns:p14="http://schemas.microsoft.com/office/powerpoint/2010/main" val="124121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0F38-D354-5B76-9182-4B277648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Imbalance Problem &amp;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86322-30FF-178F-5D6F-1BCED41FE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Very few employees receive promotions.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Accuracy becomes misleading in such cases.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This motivates the use of advanced evaluation metrics.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9AF0C5-7704-5C27-143B-4A93BD87A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2" y="3429000"/>
            <a:ext cx="129525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Missing values are handled appropriately.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Categorical variables are converted into numerical form.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Data is prepared to be compatible with ML algorithms.</a:t>
            </a:r>
          </a:p>
        </p:txBody>
      </p:sp>
    </p:spTree>
    <p:extLst>
      <p:ext uri="{BB962C8B-B14F-4D97-AF65-F5344CB8AC3E}">
        <p14:creationId xmlns:p14="http://schemas.microsoft.com/office/powerpoint/2010/main" val="151323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6C7C-2BCA-EA2F-E61E-7B629308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and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823F-115F-2BAF-20D6-80C730C94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is split into training and validation sets.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Helps test model generalization on unseen data.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Prevents overfitting.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Random Forest is selected as the final model.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provides better Recall and F1-score.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Suitable for identifying promotion candidates accurately.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250D12-1943-6916-2283-19025E175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861218"/>
            <a:ext cx="14230905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Final predictions are generated using the selected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Results are saved in the required submission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Ready for hackathon or real-world deployment.</a:t>
            </a:r>
          </a:p>
        </p:txBody>
      </p:sp>
    </p:spTree>
    <p:extLst>
      <p:ext uri="{BB962C8B-B14F-4D97-AF65-F5344CB8AC3E}">
        <p14:creationId xmlns:p14="http://schemas.microsoft.com/office/powerpoint/2010/main" val="1341804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9B40-59D2-AFF0-8EE9-5D32563E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4DE00-ACA7-05F8-5698-1085B239D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Model deployed in both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FastAPI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URL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https://promotion-prediction-633378506781.asia-south1.run.app/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https://hackathon-fastapi-633378506781.asia-south1.run.app/docs#/default/predict_promotion_predict_post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Model &amp;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https://github.com/sundarbee/Promotion_Prediction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Fast_API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Code 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https://github.com/sundarbee/Hackathon_FastAPI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75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0560-AA0A-9F4C-57EC-76EA355FD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470" y="289050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6454554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347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Wingdings</vt:lpstr>
      <vt:lpstr>Wingdings 3</vt:lpstr>
      <vt:lpstr>Ion</vt:lpstr>
      <vt:lpstr>Employee Promotion Prediction </vt:lpstr>
      <vt:lpstr>Problem Statement</vt:lpstr>
      <vt:lpstr>Dataset Overview &amp; EDA</vt:lpstr>
      <vt:lpstr>Class Imbalance Problem &amp; Data Preprocessing</vt:lpstr>
      <vt:lpstr>Preprocessing and Model Selection</vt:lpstr>
      <vt:lpstr>Deployment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Sundar B</dc:creator>
  <cp:lastModifiedBy>Sundar B</cp:lastModifiedBy>
  <cp:revision>1</cp:revision>
  <dcterms:created xsi:type="dcterms:W3CDTF">2026-01-04T11:51:17Z</dcterms:created>
  <dcterms:modified xsi:type="dcterms:W3CDTF">2026-01-04T11:56:06Z</dcterms:modified>
</cp:coreProperties>
</file>